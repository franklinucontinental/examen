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304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02490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9627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308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449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412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589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320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645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6545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6526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2856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9336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2970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775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11230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399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193EFB2-DB55-4D29-8706-9D7100AE263B}" type="datetimeFigureOut">
              <a:rPr lang="es-PE" smtClean="0"/>
              <a:t>30/05/2026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A80C97C-E0AF-4550-B34C-1F52AF962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40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Dibujo"/>
          <p:cNvPicPr/>
          <p:nvPr/>
        </p:nvPicPr>
        <p:blipFill>
          <a:blip r:embed="rId2">
            <a:lum bright="-24000" contrast="70000"/>
            <a:grayscl/>
          </a:blip>
          <a:srcRect b="23534"/>
          <a:stretch>
            <a:fillRect/>
          </a:stretch>
        </p:blipFill>
        <p:spPr bwMode="auto">
          <a:xfrm>
            <a:off x="645017" y="282233"/>
            <a:ext cx="899592" cy="79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E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327053" y="714154"/>
            <a:ext cx="4572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PE" sz="2000" b="1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UNIVERSIDAD NACIONAL TRUJILLO</a:t>
            </a:r>
            <a:endParaRPr lang="es-PE" sz="1200" b="1" dirty="0">
              <a:latin typeface="Arial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sz="1600" b="1" dirty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ESCUELA DE POST GRADO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Unidad de Posgrado en Ciencias Físicas y Matemáticas</a:t>
            </a:r>
            <a:endParaRPr lang="es-PE" sz="1200" b="1" dirty="0">
              <a:latin typeface="Arial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E"/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119019" y="1963429"/>
            <a:ext cx="4428024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PE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Times New Roman" pitchFamily="18" charset="0"/>
                <a:cs typeface="Times New Roman" pitchFamily="18" charset="0"/>
              </a:rPr>
              <a:t>CURSO: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PE" sz="11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  <a:p>
            <a:pPr algn="ctr">
              <a:tabLst>
                <a:tab pos="2700020" algn="ctr"/>
                <a:tab pos="5400040" algn="r"/>
              </a:tabLst>
            </a:pPr>
            <a:r>
              <a:rPr lang="es-AR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cs typeface="Times New Roman" pitchFamily="18" charset="0"/>
              </a:rPr>
              <a:t>MÉTODOS ESTADÍSTICOS PARA INVESTIGACIONES EXPERIMENTALES</a:t>
            </a:r>
            <a:endParaRPr lang="es-PE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cs typeface="Times New Roman" pitchFamily="18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462021" y="4567061"/>
            <a:ext cx="35821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400" b="1" dirty="0">
              <a:latin typeface="Arial Narrow" pitchFamily="34" charset="0"/>
              <a:ea typeface="Times New Roman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400" b="1" dirty="0">
              <a:latin typeface="Arial Narrow" pitchFamily="34" charset="0"/>
              <a:ea typeface="Times New Roman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400" b="1" dirty="0">
                <a:solidFill>
                  <a:schemeClr val="bg1"/>
                </a:solidFill>
                <a:latin typeface="Arial Narrow" pitchFamily="34" charset="0"/>
                <a:ea typeface="Times New Roman" pitchFamily="18" charset="0"/>
                <a:cs typeface="Times New Roman" pitchFamily="18" charset="0"/>
              </a:rPr>
              <a:t>DOCENTE:</a:t>
            </a:r>
            <a:endParaRPr lang="es-PE" sz="1200" dirty="0">
              <a:solidFill>
                <a:schemeClr val="bg1"/>
              </a:solidFill>
              <a:latin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sz="1600" b="1" dirty="0">
                <a:solidFill>
                  <a:schemeClr val="bg1"/>
                </a:solidFill>
                <a:latin typeface="Arial Narrow" pitchFamily="34" charset="0"/>
                <a:ea typeface="Times New Roman" pitchFamily="18" charset="0"/>
                <a:cs typeface="Times New Roman" pitchFamily="18" charset="0"/>
              </a:rPr>
              <a:t>              Prof. ROGER REYNA SEGURA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sz="1600" b="1" dirty="0">
                <a:solidFill>
                  <a:schemeClr val="bg1"/>
                </a:solidFill>
                <a:latin typeface="Arial Narrow" pitchFamily="34" charset="0"/>
                <a:ea typeface="Times New Roman" pitchFamily="18" charset="0"/>
                <a:cs typeface="Times New Roman" pitchFamily="18" charset="0"/>
              </a:rPr>
              <a:t>  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sz="1600" b="1" dirty="0">
                <a:solidFill>
                  <a:schemeClr val="bg1"/>
                </a:solidFill>
                <a:latin typeface="Arial Narrow" pitchFamily="34" charset="0"/>
                <a:ea typeface="Times New Roman" pitchFamily="18" charset="0"/>
                <a:cs typeface="Times New Roman" pitchFamily="18" charset="0"/>
              </a:rPr>
              <a:t>2023</a:t>
            </a:r>
            <a:endParaRPr lang="es-PE" sz="2000" dirty="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188" y="56357"/>
            <a:ext cx="1012825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Definiciones básicas del diseño de experimentos – El blog de Víctor Yepes">
            <a:extLst>
              <a:ext uri="{FF2B5EF4-FFF2-40B4-BE49-F238E27FC236}">
                <a16:creationId xmlns:a16="http://schemas.microsoft.com/office/drawing/2014/main" id="{206D1D72-88AF-9CBC-CBAB-B55C7EEE9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958" y="525463"/>
            <a:ext cx="3399207" cy="436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61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B51CB-8EC2-274E-EE99-3C811586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59" y="2277035"/>
            <a:ext cx="10396882" cy="1151965"/>
          </a:xfrm>
        </p:spPr>
        <p:txBody>
          <a:bodyPr/>
          <a:lstStyle/>
          <a:p>
            <a:pPr algn="ctr"/>
            <a:r>
              <a:rPr lang="es-PE" dirty="0"/>
              <a:t>EXAMEN PRIMERA UNIDAD</a:t>
            </a:r>
          </a:p>
        </p:txBody>
      </p:sp>
    </p:spTree>
    <p:extLst>
      <p:ext uri="{BB962C8B-B14F-4D97-AF65-F5344CB8AC3E}">
        <p14:creationId xmlns:p14="http://schemas.microsoft.com/office/powerpoint/2010/main" val="258812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9F79948-B4C6-CA7A-37C1-FCB92C87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83" y="764712"/>
            <a:ext cx="10396882" cy="1213338"/>
          </a:xfrm>
        </p:spPr>
        <p:txBody>
          <a:bodyPr>
            <a:normAutofit fontScale="90000"/>
          </a:bodyPr>
          <a:lstStyle/>
          <a:p>
            <a:pPr algn="just"/>
            <a:b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b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b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s-PE" sz="27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radiación UV-C influye en la inactivación de patógenos </a:t>
            </a:r>
            <a:r>
              <a:rPr lang="es-PE" sz="27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patógenos</a:t>
            </a:r>
            <a:r>
              <a:rPr lang="es-PE" sz="27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alimentarios de </a:t>
            </a:r>
            <a:r>
              <a:rPr lang="es-PE" sz="2700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Escherichia</a:t>
            </a:r>
            <a:r>
              <a:rPr lang="es-PE" sz="27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s-PE" sz="2700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coli</a:t>
            </a:r>
            <a:r>
              <a:rPr lang="es-PE" sz="27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y </a:t>
            </a:r>
            <a:r>
              <a:rPr lang="es-PE" sz="27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Salmonella </a:t>
            </a:r>
            <a:r>
              <a:rPr lang="es-PE" sz="2700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typhimurium</a:t>
            </a:r>
            <a:r>
              <a:rPr lang="es-PE" sz="27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en carne de cuy</a:t>
            </a:r>
            <a:br>
              <a:rPr lang="es-PE" sz="27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</a:br>
            <a:br>
              <a:rPr lang="es-PE" sz="27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s-PE" sz="27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D5F960-3F06-BA2C-AD57-2B5548FFC476}"/>
              </a:ext>
            </a:extLst>
          </p:cNvPr>
          <p:cNvSpPr txBox="1"/>
          <p:nvPr/>
        </p:nvSpPr>
        <p:spPr>
          <a:xfrm>
            <a:off x="453683" y="14246"/>
            <a:ext cx="61405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  <a:t>Pregunta: </a:t>
            </a:r>
          </a:p>
          <a:p>
            <a: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  <a:t>Revisar la Tesis titulada como:</a:t>
            </a:r>
            <a:b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endParaRPr lang="es-PE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1D8966-DBC4-2780-B268-1A442952D72D}"/>
              </a:ext>
            </a:extLst>
          </p:cNvPr>
          <p:cNvSpPr txBox="1"/>
          <p:nvPr/>
        </p:nvSpPr>
        <p:spPr>
          <a:xfrm>
            <a:off x="453683" y="2193942"/>
            <a:ext cx="1056131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lphaLcParenR"/>
            </a:pPr>
            <a: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  <a:t>Evalué si el diseño y los resultados de esta investigación son correctos. </a:t>
            </a:r>
          </a:p>
          <a:p>
            <a:pPr marL="457200" indent="-457200" algn="just">
              <a:buAutoNum type="alphaLcParenR"/>
            </a:pPr>
            <a:r>
              <a:rPr lang="es-PE" sz="2400" dirty="0">
                <a:latin typeface="Bookman Old Style" panose="02050604050505020204" pitchFamily="18" charset="0"/>
              </a:rPr>
              <a:t>Determine que diseño estudiado en la primera unidad seria mejor para esta investigación, plantee el  modelo e hipótesis</a:t>
            </a:r>
          </a:p>
          <a:p>
            <a:pPr marL="457200" indent="-457200" algn="just">
              <a:buFontTx/>
              <a:buAutoNum type="alphaLcParenR"/>
            </a:pPr>
            <a: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  <a:t>Evaluar</a:t>
            </a:r>
            <a:r>
              <a:rPr lang="es-PE" sz="2400" dirty="0">
                <a:latin typeface="Bookman Old Style" panose="02050604050505020204" pitchFamily="18" charset="0"/>
              </a:rPr>
              <a:t> los supuesto básicos  con el modelo seleccionado (considere cada paso)</a:t>
            </a:r>
          </a:p>
          <a:p>
            <a:pPr marL="457200" indent="-457200" algn="just">
              <a:buAutoNum type="alphaLcParenR"/>
            </a:pPr>
            <a: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  <a:t>Haga un nuevo  análisis estadístico, describiendo adecuadamente sus resultados</a:t>
            </a:r>
          </a:p>
          <a:p>
            <a:pPr marL="457200" indent="-457200" algn="just">
              <a:buAutoNum type="alphaLcParenR"/>
            </a:pPr>
            <a: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  <a:t>Cuales serian las conclusiones finales de esta investigación</a:t>
            </a:r>
            <a:br>
              <a:rPr lang="es-PE" sz="2400" cap="none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555241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 principal]]</Template>
  <TotalTime>1649</TotalTime>
  <Words>134</Words>
  <Application>Microsoft Office PowerPoint</Application>
  <PresentationFormat>Panorámica</PresentationFormat>
  <Paragraphs>21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</vt:lpstr>
      <vt:lpstr>Arial Narrow</vt:lpstr>
      <vt:lpstr>Bookman Old Style</vt:lpstr>
      <vt:lpstr>Calibri</vt:lpstr>
      <vt:lpstr>Impact</vt:lpstr>
      <vt:lpstr>Times New Roman</vt:lpstr>
      <vt:lpstr>Evento principal</vt:lpstr>
      <vt:lpstr>Presentación de PowerPoint</vt:lpstr>
      <vt:lpstr>EXAMEN PRIMERA UNIDAD</vt:lpstr>
      <vt:lpstr>   radiación UV-C influye en la inactivación de patógenos patógenos alimentarios de Escherichia coli y Salmonella typhimurium en carne de cuy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ROGER DEMETRIO REYNA SEGURA</dc:creator>
  <cp:lastModifiedBy>R S</cp:lastModifiedBy>
  <cp:revision>30</cp:revision>
  <dcterms:created xsi:type="dcterms:W3CDTF">2023-08-08T19:58:46Z</dcterms:created>
  <dcterms:modified xsi:type="dcterms:W3CDTF">2026-05-30T05:19:32Z</dcterms:modified>
</cp:coreProperties>
</file>